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40" d="100"/>
          <a:sy n="140" d="100"/>
        </p:scale>
        <p:origin x="11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C5F53-49C9-4569-9BBD-BEA1A1C3ABE3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C236C-31CB-42CE-B928-D6D540562856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153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C236C-31CB-42CE-B928-D6D540562856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72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E947-A23D-499F-EC61-AEBA93229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2981F-3641-6E7D-DFB5-369BD7DCD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43AEA-B7CD-106C-EA25-81D5AE3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7666-886A-1CC2-92E2-C76B6183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A361F-34F3-0F7D-0156-16FD901F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824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290F-B7E2-7C45-A398-0F17D365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CAEF-0D78-377F-FA2F-353A3168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34C19-B1A4-A7EF-9E7F-27188B28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8F0D-0E00-47A6-761F-C6910D10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B0DB-1BF2-7208-21FB-F7CABD51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577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872F-543C-4CA1-27DF-13AFB978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4F101-6997-00ED-1286-B20947BAE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3E64D-C3D5-B966-B210-7DCDF178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B1050-9DE7-FA18-C480-1B649E69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D5A5-0DA3-5072-5EA7-F6941311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430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FBBA-AF6E-E582-50CC-2C153B83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E3E0-7AF4-EBAB-4B77-4B31B76E6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5C30-7D4C-2BE7-0284-8CF53085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4057A-5C41-1944-2790-473A980D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87EA8-04EC-249F-0D46-7E87FBBB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74BCC-7F39-E76F-6A4A-14744097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16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6A7C-93AC-1C4D-505F-81511D9F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A66C0-917C-14BF-AD3F-A5B3615DA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0AFD5-8895-9D35-2BFF-24B11FAFB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3053D-6889-DCF3-0629-FC7145CC2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57767-46B5-FC2A-A67F-605323796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E0B2C-FB01-68BA-3AB1-AF493F78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7E235-1E5C-777A-FB67-CB9B43F9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EF32BB-737A-7F0D-0B17-77C0B268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633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DAE3-23CA-56CB-AB28-EB96D992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F6054-F941-6011-AB47-A08A51B1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C1C25-B5DC-DF29-2C76-645A978F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A1810-BFBE-74B5-53AD-2B65506A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857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2FDF8-AF14-6FA3-E92E-095733BB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20AA8-DC15-619F-144A-5741C533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072BA-BBDF-7C3C-E25B-E4063DCF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138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70CC-C86F-9092-5714-5F2F8AA6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563C-7BB4-FCEB-26F4-1E67BEA02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9B90D-57D6-5653-9280-F8EA337F0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B4F6B-E72B-17CD-3F17-BD3FCAC4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51A31-555B-ACCB-F475-01C29CFD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61C1F-41BC-C973-579C-742195FB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593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6A14-7059-614D-6AB4-55AFB1BE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8BC91-5AFE-A1EF-9262-0197F5FF6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AA03A-D1B1-D645-2801-EEB6BB32B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28B9F-C06B-969B-D406-53C44150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7AD35-B6B2-F1C2-F63F-EEB887C6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07CAD-8C63-18E7-9924-870D710B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208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DAAD-EC3A-DBC3-C1D6-0BBA7B04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AB726-6EE4-B62F-63AD-076E3D631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38D7E-6609-4107-B59F-57EEB42B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0006-859A-5A3C-B467-33BD69D1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18F5B-B9A1-740D-DC0C-3289D6F3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315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0662B-E8C3-41CE-509B-F7D312939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B8B0F-8E87-4E3A-03D8-167610F5D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FFB1F-B417-20FB-9FF2-387DE2E7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A1F5F-A803-D231-E775-633CCA8C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58DC9-A16D-C296-8F45-D15C6308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736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AECEA-AE06-A22A-D49F-03E8F8BD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B1674-C236-FB45-670B-5BB2B78F4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D964C-F4E3-0297-079D-43C22B1DD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64C79-F9CA-4F34-952C-472E5B5B5F58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ED63A-9E11-81C2-EED2-7F54ED775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2A37-8879-D5BA-992B-480109DF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9DE13-F5E4-4358-A0ED-2F8437D6241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111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microscope&#10;&#10;AI-generated content may be incorrect.">
            <a:extLst>
              <a:ext uri="{FF2B5EF4-FFF2-40B4-BE49-F238E27FC236}">
                <a16:creationId xmlns:a16="http://schemas.microsoft.com/office/drawing/2014/main" id="{4680512F-F15B-C559-54CD-9BC346CB4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97"/>
          <a:stretch>
            <a:fillRect/>
          </a:stretch>
        </p:blipFill>
        <p:spPr>
          <a:xfrm>
            <a:off x="1281791" y="4289078"/>
            <a:ext cx="6320012" cy="1414421"/>
          </a:xfrm>
          <a:prstGeom prst="rect">
            <a:avLst/>
          </a:prstGeom>
        </p:spPr>
      </p:pic>
      <p:pic>
        <p:nvPicPr>
          <p:cNvPr id="7" name="Picture 6" descr="A close-up of a microscope&#10;&#10;AI-generated content may be incorrect.">
            <a:extLst>
              <a:ext uri="{FF2B5EF4-FFF2-40B4-BE49-F238E27FC236}">
                <a16:creationId xmlns:a16="http://schemas.microsoft.com/office/drawing/2014/main" id="{A34157AD-062A-D0B8-EB08-A219CA6C5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791" y="734073"/>
            <a:ext cx="6320012" cy="3555006"/>
          </a:xfrm>
          <a:prstGeom prst="rect">
            <a:avLst/>
          </a:prstGeom>
        </p:spPr>
      </p:pic>
      <p:pic>
        <p:nvPicPr>
          <p:cNvPr id="8" name="Picture 7" descr="A diagram of a syringe&#10;&#10;AI-generated content may be incorrect.">
            <a:extLst>
              <a:ext uri="{FF2B5EF4-FFF2-40B4-BE49-F238E27FC236}">
                <a16:creationId xmlns:a16="http://schemas.microsoft.com/office/drawing/2014/main" id="{951D6845-D524-490C-141F-F3597FECE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75186" r="51227" b="1188"/>
          <a:stretch>
            <a:fillRect/>
          </a:stretch>
        </p:blipFill>
        <p:spPr>
          <a:xfrm>
            <a:off x="1306132" y="4399463"/>
            <a:ext cx="3110792" cy="1286542"/>
          </a:xfrm>
          <a:prstGeom prst="rect">
            <a:avLst/>
          </a:prstGeom>
        </p:spPr>
      </p:pic>
      <p:pic>
        <p:nvPicPr>
          <p:cNvPr id="10" name="Picture 9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2A1E5CF4-F22F-FA16-DFF1-1AC269ACAD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"/>
          <a:stretch>
            <a:fillRect/>
          </a:stretch>
        </p:blipFill>
        <p:spPr>
          <a:xfrm>
            <a:off x="4434134" y="4404012"/>
            <a:ext cx="1465422" cy="1286542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2" name="Picture 11" descr="A purple cone shaped object&#10;&#10;AI-generated content may be incorrect.">
            <a:extLst>
              <a:ext uri="{FF2B5EF4-FFF2-40B4-BE49-F238E27FC236}">
                <a16:creationId xmlns:a16="http://schemas.microsoft.com/office/drawing/2014/main" id="{3C177A99-A5F1-BCB1-99C0-CB8CDBDEF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101" y="4289950"/>
            <a:ext cx="1695490" cy="1414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CB7878-06BD-7D0C-D9AD-D5F7B8E2DC10}"/>
              </a:ext>
            </a:extLst>
          </p:cNvPr>
          <p:cNvSpPr txBox="1"/>
          <p:nvPr/>
        </p:nvSpPr>
        <p:spPr>
          <a:xfrm>
            <a:off x="1281791" y="734073"/>
            <a:ext cx="13708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(a) Growth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Schematic</a:t>
            </a:r>
            <a:endParaRPr lang="da-DK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429E8-D97B-D84C-B62C-73AA2CA94057}"/>
              </a:ext>
            </a:extLst>
          </p:cNvPr>
          <p:cNvSpPr txBox="1"/>
          <p:nvPr/>
        </p:nvSpPr>
        <p:spPr>
          <a:xfrm>
            <a:off x="1318793" y="4191088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(b)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 of the MoS</a:t>
            </a:r>
            <a:r>
              <a:rPr lang="da-DK" sz="9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Nanoribbon</a:t>
            </a:r>
            <a:endParaRPr lang="da-DK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9D499-4EAB-145F-4870-595E91E5A5E4}"/>
              </a:ext>
            </a:extLst>
          </p:cNvPr>
          <p:cNvSpPr txBox="1"/>
          <p:nvPr/>
        </p:nvSpPr>
        <p:spPr>
          <a:xfrm>
            <a:off x="4414591" y="4191088"/>
            <a:ext cx="9733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(c) AFM Image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F5023-21B9-67EC-1843-0858CC4A8543}"/>
              </a:ext>
            </a:extLst>
          </p:cNvPr>
          <p:cNvSpPr txBox="1"/>
          <p:nvPr/>
        </p:nvSpPr>
        <p:spPr>
          <a:xfrm>
            <a:off x="6017688" y="4191088"/>
            <a:ext cx="13837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(d)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lang="da-DK" sz="900" b="1" dirty="0">
                <a:latin typeface="Arial" panose="020B0604020202020204" pitchFamily="34" charset="0"/>
                <a:cs typeface="Arial" panose="020B0604020202020204" pitchFamily="34" charset="0"/>
              </a:rPr>
              <a:t> Line </a:t>
            </a:r>
            <a:r>
              <a:rPr lang="da-DK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da-DK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8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75E6-CE69-4246-9A66-0235C9C0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FA09-37C9-C6AF-95A1-5421F13D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Picture 3" descr="A diagram of a syringe&#10;&#10;AI-generated content may be incorrect.">
            <a:extLst>
              <a:ext uri="{FF2B5EF4-FFF2-40B4-BE49-F238E27FC236}">
                <a16:creationId xmlns:a16="http://schemas.microsoft.com/office/drawing/2014/main" id="{65D3D89D-8BAD-FE79-3A1C-3D885890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092" y="-32970"/>
            <a:ext cx="6320012" cy="507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7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Technical University of Denmark - 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Stela Canulescu</dc:creator>
  <cp:lastModifiedBy>Stela Canulescu</cp:lastModifiedBy>
  <cp:revision>3</cp:revision>
  <dcterms:created xsi:type="dcterms:W3CDTF">2025-11-19T06:25:20Z</dcterms:created>
  <dcterms:modified xsi:type="dcterms:W3CDTF">2025-11-19T08:43:34Z</dcterms:modified>
</cp:coreProperties>
</file>